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🛡️ PHISHING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AI-Powered Detection Using NLP &amp;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Presented by: Liron Nyambu | Student No: 25ZAD110502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596"/>
                </a:solidFill>
              </a:defRPr>
            </a:pPr>
            <a:r>
              <a:t>📌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83232"/>
                </a:solidFill>
              </a:defRPr>
            </a:pPr>
            <a:r>
              <a:t>🔴 PHISHING ATTACKS are the #1 cyber threat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   • 90% of data breaches start with phishing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   • Over 56,000 emails scanned - 58% were phishing</a:t>
            </a:r>
          </a:p>
          <a:p>
            <a:pPr>
              <a:defRPr sz="2000">
                <a:solidFill>
                  <a:srgbClr val="323232"/>
                </a:solidFill>
              </a:defRPr>
            </a:pPr>
          </a:p>
          <a:p>
            <a:pPr>
              <a:defRPr sz="2000" b="1">
                <a:solidFill>
                  <a:srgbClr val="C83232"/>
                </a:solidFill>
              </a:defRPr>
            </a:pPr>
            <a:r>
              <a:t>❌ CURRENT SOLUTIONS ARE FAILING: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   • Traditional filters - Bypassed by simple tricks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   • Blacklists - Can't catch new attacks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   • Rule-based systems - Miss clever social engineering</a:t>
            </a:r>
          </a:p>
          <a:p>
            <a:pPr>
              <a:defRPr sz="2000">
                <a:solidFill>
                  <a:srgbClr val="323232"/>
                </a:solidFill>
              </a:defRPr>
            </a:pPr>
          </a:p>
          <a:p>
            <a:pPr>
              <a:defRPr sz="2000" b="1">
                <a:solidFill>
                  <a:srgbClr val="009664"/>
                </a:solidFill>
              </a:defRPr>
            </a:pPr>
            <a:r>
              <a:t>💡 THE GAP: No system that combines: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   • Real-time browser monitoring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   • Advanced NLP analysis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   • Sender reputation tracking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   • User feedback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596"/>
                </a:solidFill>
              </a:defRPr>
            </a:pPr>
            <a:r>
              <a:t>🎯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4632"/>
                </a:solidFill>
              </a:defRPr>
            </a:pPr>
            <a:r>
              <a:t>MAIN OBJECTIVE: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Design and evaluate an AI-powered phishing detection system using Natural Language Processing (NLP)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4632"/>
                </a:solidFill>
              </a:defRPr>
            </a:pPr>
            <a:r>
              <a:t>SPECIFIC OBJECTIVES: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1. 📁 Collect and preprocess phishing/legitimate email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2. 🔧 Apply NLP techniques (tokenization, lemmatization, TF-IDF)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3. 🤖 Train and compare ML models (Naïve Bayes, Logistic Regression, SVM, Random Forest)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4. 📊 Evaluate using accuracy, precision, recall, F1-score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5. 🚀 Build real-time browser extension and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596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│                     BROWSER EXTENSION              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│                     (Chrome/Brave)                 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                      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                              ▼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│                   DESKTOP APPLICATION               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│  ┌─────────────┐  ┌─────────────┐  ┌─────────────┐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│  │   HTTP      │  │  ML Model   │  │  Database   │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│  │   Server    │──│  (spaCy +   │──│  (SQLite)   │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│  │   Port 9877 │  │  scikit)    │  │             │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│  └─────────────┘  └─────────────┘  └─────────────┘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                      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                              ▼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│                      DASHBOARD (GUI)                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│                   Real-time Statistics                      │</a:t>
            </a:r>
          </a:p>
          <a:p>
            <a:pPr>
              <a:defRPr sz="1200">
                <a:solidFill>
                  <a:srgbClr val="323232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664"/>
                </a:solidFill>
              </a:defRPr>
            </a:pPr>
            <a:r>
              <a:t>📊 DATA FLOW: Email → Browser Extension → ML Analysis → Database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596"/>
                </a:solidFill>
              </a:defRPr>
            </a:pPr>
            <a:r>
              <a:t>🤖 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116430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📧 RAW EMAIL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    ▼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│ STEP 1: PREPROCESSING                                  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│ • HTML removal • Tokenization • Lemmatization          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│ • Stop word removal • URL/email tokenization           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    ▼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│ STEP 2: FEATURE EXTRACTION                             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│ • TF-IDF Vectorization (2000 features)                 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│ • Handcrafted features: URL count, urgent words, ALL CAPS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    ▼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│ STEP 3: MULTI-STAGE CONFIDENCE SCORING                 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│ Stage 1: Rules (40%) • Urgent words, ALL CAPS          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│ Stage 2: ML Model (30%) • Trained on 56,649 emails     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│ Stage 3: Links (20%) • Typosquatting detection          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│ Stage 4: Sender (10%) • Domain verification            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    │</a:t>
            </a:r>
          </a:p>
          <a:p>
            <a:pPr>
              <a:defRPr sz="1000">
                <a:solidFill>
                  <a:srgbClr val="323232"/>
                </a:solidFill>
                <a:latin typeface="Courier New"/>
              </a:defRPr>
            </a:pPr>
            <a:r>
              <a:t>    ▼</a:t>
            </a:r>
          </a:p>
          <a:p>
            <a:pPr>
              <a:defRPr sz="1000">
                <a:solidFill>
                  <a:srgbClr val="C83232"/>
                </a:solidFill>
                <a:latin typeface="Courier New"/>
              </a:defRPr>
            </a:pPr>
            <a:r>
              <a:t>🔴 PHISHING / 🟢 LEGITIMATE / 🟡 SUSPICIOUS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596"/>
                </a:solidFill>
              </a:defRPr>
            </a:pPr>
            <a:r>
              <a:t>📊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64"/>
                </a:solidFill>
              </a:defRPr>
            </a:pPr>
            <a:r>
              <a:t>🏆 BEST MODEL: Logistic Regression (C=10.0)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596"/>
                </a:solidFill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645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596"/>
                </a:solidFill>
              </a:defRPr>
            </a:pPr>
            <a: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45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596"/>
                </a:solidFill>
              </a:defRPr>
            </a:pPr>
            <a:r>
              <a:t>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645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596"/>
                </a:solidFill>
              </a:defRPr>
            </a:pPr>
            <a: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6459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596"/>
                </a:solidFill>
              </a:defRPr>
            </a:pPr>
            <a:r>
              <a:t>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Naïve Bayes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94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94.6%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94.8%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194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96.3%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1945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95.6%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64"/>
                </a:solidFill>
              </a:defRPr>
            </a:pPr>
            <a:r>
              <a:t>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64"/>
                </a:solidFill>
              </a:defRPr>
            </a:pPr>
            <a:r>
              <a:t>97.8%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64"/>
                </a:solidFill>
              </a:defRPr>
            </a:pPr>
            <a:r>
              <a:t>98.1%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64"/>
                </a:solidFill>
              </a:defRPr>
            </a:pPr>
            <a:r>
              <a:t>97.8%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64"/>
                </a:solidFill>
              </a:defRPr>
            </a:pPr>
            <a:r>
              <a:t>97.9%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SVM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1089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96.8%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1089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96.1%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1089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97.5%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1089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66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5661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95.1%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5661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94.3%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35661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96.0%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5661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95.2%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5596"/>
                </a:solidFill>
              </a:defRPr>
            </a:pPr>
            <a:r>
              <a:t>📈 CONFUSION MATRIX:</a:t>
            </a:r>
          </a:p>
          <a:p/>
          <a:p>
            <a:r>
              <a:t>               Predicted</a:t>
            </a:r>
          </a:p>
          <a:p>
            <a:r>
              <a:t>           Legit    Phish</a:t>
            </a:r>
          </a:p>
          <a:p>
            <a:r>
              <a:t>Actual  Legit  4,632     115</a:t>
            </a:r>
          </a:p>
          <a:p>
            <a:r>
              <a:t>        Phish    131   6,452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148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✅ ACCURACY: 97.83%</a:t>
            </a:r>
          </a:p>
          <a:p>
            <a:r>
              <a:t>✅ Only 2.17% error rate</a:t>
            </a:r>
          </a:p>
          <a:p>
            <a:r>
              <a:t>✅ 98.1% precision</a:t>
            </a:r>
          </a:p>
          <a:p>
            <a:r>
              <a:t>✅ 98.0% recall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596"/>
                </a:solidFill>
              </a:defRPr>
            </a:pPr>
            <a:r>
              <a:t>⚡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4632"/>
                </a:solidFill>
              </a:defRPr>
            </a:pPr>
            <a:r>
              <a:t>🌐 BROWSER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Real-time Gmail monitoring, Auto-detects opened emails, Instant popup alerts (red/yellow/green)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4632"/>
                </a:solidFill>
              </a:defRPr>
            </a:pPr>
            <a:r>
              <a:t>📊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Live statistics, Color-coded email history, Activity log with timestamps, Sender reputation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4632"/>
                </a:solidFill>
              </a:defRPr>
            </a:pPr>
            <a:r>
              <a:t>🤖 ADVANCED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Multi-stage confidence scoring (0-100%), Link typosquatting detection, Grammar/spelling error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4632"/>
                </a:solidFill>
              </a:defRPr>
            </a:pPr>
            <a:r>
              <a:t>💾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SQLite storage (local, no cloud), Stores all scanned emails, User feedback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596"/>
                </a:solidFill>
              </a:defRPr>
            </a:pPr>
            <a:r>
              <a:t>🔍 REAL-WORLD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64"/>
                </a:solidFill>
              </a:defRPr>
            </a:pPr>
            <a:r>
              <a:t>📧 LEGITIMATE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9664"/>
                </a:solidFill>
              </a:defRPr>
            </a:pPr>
            <a:r>
              <a:t>Amazon Shipping: 17.9% 🟢 LEGITIMATE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9664"/>
                </a:solidFill>
              </a:defRPr>
            </a:pPr>
            <a:r>
              <a:t>Netflix Statement: 22.0% 🟢 LEGITIMATE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9664"/>
                </a:solidFill>
              </a:defRPr>
            </a:pPr>
            <a:r>
              <a:t>Team Meeting: 22.1% 🟢 LEGITIMATE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3232"/>
                </a:solidFill>
              </a:defRPr>
            </a:pPr>
            <a:r>
              <a:t>📧 PHISHING EMAILS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3232"/>
                </a:solidFill>
              </a:defRPr>
            </a:pPr>
            <a:r>
              <a:t>PayPal 'Account Limited': 66.0% 🔴 PHISHING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3232"/>
                </a:solidFill>
              </a:defRPr>
            </a:pPr>
            <a:r>
              <a:t>Apple 'ID Verification': 59.0% 🔴 PHISHING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60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3232"/>
                </a:solidFill>
              </a:defRPr>
            </a:pPr>
            <a:r>
              <a:t>IRS 'Tax Refund': 65.0% 🔴 PHISHING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4632"/>
                </a:solidFill>
              </a:defRPr>
            </a:pPr>
            <a:r>
              <a:t>🎯 DETECTION REASONS (PayPal Example):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   • Suspicious sender: paypal-security.com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   • Typosquatting link: paypal-verify.com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   • Urgent words: 'URGENT', 'limited', 'verify'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   • ML confidence: 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596"/>
                </a:solidFill>
              </a:defRPr>
            </a:pPr>
            <a:r>
              <a:t>✅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✓ Collected &amp; preprocessed 56,649 emails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✓ Applied NLP techniques successfully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✓ Trained 4 ML models with 97.83%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✓ Built real-time browser 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✓ Created interactive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9664"/>
                </a:solidFill>
              </a:defRPr>
            </a:pPr>
            <a:r>
              <a:t>🏆 98% detection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9664"/>
                </a:solidFill>
              </a:defRPr>
            </a:pPr>
            <a:r>
              <a:t>🚀 Real-time browser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9664"/>
                </a:solidFill>
              </a:defRPr>
            </a:pPr>
            <a:r>
              <a:t>📊 Multi-stage confidence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9664"/>
                </a:solidFill>
              </a:defRPr>
            </a:pPr>
            <a:r>
              <a:t>💻 Cross-platform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9664"/>
                </a:solidFill>
              </a:defRPr>
            </a:pPr>
            <a:r>
              <a:t>🔄 Complete user feedback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4632"/>
                </a:solidFill>
              </a:defRPr>
            </a:pPr>
            <a:r>
              <a:t>📈 IMPACT: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Protects users from the #1 cyber threat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Catches evolving phishing techniques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Easy to use with familiar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Privacy-focused (all data stays local)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596"/>
                </a:solidFill>
              </a:defRPr>
            </a:pPr>
            <a:r>
              <a:t>🚀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1. 🤖 DEEP LEARNING INTEGRATION - Implement BERT/Transformer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2. 📧 MULTI-PLATFORM SUPPORT - Outlook, Yahoo Mail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3232"/>
                </a:solidFill>
              </a:defRPr>
            </a:pPr>
            <a:r>
              <a:t>3. ☁️ CLOUD SYNC (Optional) - Encrypted backup of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4. 🏢 ENTERPRISE FEATURES - Team dashboards, centralized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5. 🔬 CONTINUOUS LEARNING - Automatic model retraining with user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6. 🌍 MORE LANGUAGES - Support for non-English phishing emails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7. 🔗 ENHANCED URL REPUTATION - Real-time domain reputation checking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